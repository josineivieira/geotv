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514681"/>
                </a:solidFill>
              </a:rPr>
              <a:t>GeoTV PowerPoint demonstracao 1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514681"/>
                </a:solidFill>
              </a:rPr>
              <a:t>GeoTV PowerPoint demonstracao 2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2026-09-10T17:13:16Z</dcterms:created>
  <dcterms:modified xsi:type="dcterms:W3CDTF">2026-09-10T17:13:16Z</dcterms:modified>
</cp:coreProperties>
</file>